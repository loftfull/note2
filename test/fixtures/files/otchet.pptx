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Квартальный отчёт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Инфраструктура: плюс 18 процентов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Решения к обсуждению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Оставить отдельный узел обработки медиа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Либо вернуть обработку в основной процесс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2026-09-26T20:27:28Z</dcterms:created>
  <dcterms:modified xsi:type="dcterms:W3CDTF">2026-09-26T20:27:28Z</dcterms:modified>
</cp:coreProperties>
</file>